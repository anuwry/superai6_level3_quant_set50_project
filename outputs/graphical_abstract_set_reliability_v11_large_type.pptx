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db10966daa49f2" /><Relationship Type="http://schemas.openxmlformats.org/officeDocument/2006/relationships/extended-properties" Target="/docProps/app.xml" Id="R573c7bd39e574f9a" /><Relationship Type="http://schemas.openxmlformats.org/officeDocument/2006/relationships/officeDocument" Target="/ppt/presentation.xml" Id="Rcce99a46987848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69d90de91b42fe"/>
  </p:sldMasterIdLst>
  <p:notesMasterIdLst>
    <p:notesMasterId xmlns:r="http://schemas.openxmlformats.org/officeDocument/2006/relationships" r:id="R84c51fd16fc1493a"/>
  </p:notesMasterIdLst>
  <p:sldIdLst>
    <p:sldId xmlns:r="http://schemas.openxmlformats.org/officeDocument/2006/relationships" id="256" r:id="Rbfdd113eed104897"/>
  </p:sldIdLst>
  <p:sldSz cx="22860000" cy="9144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17d863b4af40d2" /><Relationship Type="http://schemas.openxmlformats.org/officeDocument/2006/relationships/slideMaster" Target="/ppt/slideMasters/slideMaster1.xml" Id="R9a69d90de91b42fe" /><Relationship Type="http://schemas.openxmlformats.org/officeDocument/2006/relationships/notesMaster" Target="/ppt/notesMasters/notesMaster1.xml" Id="R84c51fd16fc1493a" /><Relationship Type="http://schemas.openxmlformats.org/officeDocument/2006/relationships/presProps" Target="/ppt/presProps.xml" Id="Re0c7d076ecd14494" /><Relationship Type="http://schemas.openxmlformats.org/officeDocument/2006/relationships/tableStyles" Target="/ppt/tableStyles.xml" Id="R15252116baf54ad2" /><Relationship Type="http://schemas.openxmlformats.org/officeDocument/2006/relationships/slide" Target="/ppt/slides/slide1.xml" Id="Rbfdd113eed1048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0693bf0d3b46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8b69c02c1445bd" /><Relationship Type="http://schemas.openxmlformats.org/officeDocument/2006/relationships/notesMaster" Target="/ppt/notesMasters/notesMaster1.xml" Id="Rc8c038f410b54c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a520c618a24e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8d931598aa4ae1" /><Relationship Type="http://schemas.openxmlformats.org/officeDocument/2006/relationships/slideLayout" Target="/ppt/slideLayouts/slideLayout1.xml" Id="Rbc41cae8fbdf49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41cae8fbdf49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73626131141c6" /><Relationship Type="http://schemas.openxmlformats.org/officeDocument/2006/relationships/image" Target="/ppt/media/image.png" Id="R910fdc8d2caa49f4" /><Relationship Type="http://schemas.openxmlformats.org/officeDocument/2006/relationships/notesSlide" Target="/ppt/notesSlides/notesSlide1.xml" Id="R7cba1b891d0342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fdc8d2caa49f4"/>
          <a:stretch xmlns:a="http://schemas.openxmlformats.org/drawingml/2006/main"/>
        </p:blipFill>
        <p:spPr>
          <a:xfrm xmlns:a="http://schemas.openxmlformats.org/drawingml/2006/main">
            <a:off x="0" y="0"/>
            <a:ext cx="22860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935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2026-08-20T14:45:35.9140000Z</dcterms:created>
  <dcterms:modified xsi:type="dcterms:W3CDTF">2026-08-20T14:45:35.9140000Z</dcterms:modified>
</coreProperties>
</file>